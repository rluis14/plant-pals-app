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776"/>
    <p:restoredTop sz="94658"/>
  </p:normalViewPr>
  <p:slideViewPr>
    <p:cSldViewPr snapToGrid="0">
      <p:cViewPr varScale="1">
        <p:scale>
          <a:sx n="74" d="100"/>
          <a:sy n="74" d="100"/>
        </p:scale>
        <p:origin x="200" y="1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6/25/25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6/25/25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6/25/25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6/25/25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6/25/25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6/25/25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6/25/25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6/25/25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6/25/25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6/25/25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6/25/25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6/25/25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6/25/25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6/25/25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6/25/25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6/25/25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6/25/25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776B1-5D51-D58B-5C6D-0D94BB47D4CD}"/>
              </a:ext>
            </a:extLst>
          </p:cNvPr>
          <p:cNvSpPr>
            <a:spLocks noGrp="1"/>
          </p:cNvSpPr>
          <p:nvPr>
            <p:ph type="ctrTitle"/>
          </p:nvPr>
        </p:nvSpPr>
        <p:spPr>
          <a:xfrm>
            <a:off x="2150802" y="2514600"/>
            <a:ext cx="8915399" cy="2262781"/>
          </a:xfrm>
        </p:spPr>
        <p:txBody>
          <a:bodyPr/>
          <a:lstStyle/>
          <a:p>
            <a:pPr algn="ctr"/>
            <a:r>
              <a:rPr lang="en-US"/>
              <a:t>PLANTPALS APP</a:t>
            </a:r>
          </a:p>
        </p:txBody>
      </p:sp>
      <p:sp>
        <p:nvSpPr>
          <p:cNvPr id="3" name="Subtitle 2">
            <a:extLst>
              <a:ext uri="{FF2B5EF4-FFF2-40B4-BE49-F238E27FC236}">
                <a16:creationId xmlns:a16="http://schemas.microsoft.com/office/drawing/2014/main" id="{87A1D811-2C80-ACE2-8E52-AE764A04E06B}"/>
              </a:ext>
            </a:extLst>
          </p:cNvPr>
          <p:cNvSpPr>
            <a:spLocks noGrp="1"/>
          </p:cNvSpPr>
          <p:nvPr>
            <p:ph type="subTitle" idx="1"/>
          </p:nvPr>
        </p:nvSpPr>
        <p:spPr>
          <a:xfrm>
            <a:off x="2150802" y="4777379"/>
            <a:ext cx="8915399" cy="1126283"/>
          </a:xfrm>
        </p:spPr>
        <p:txBody>
          <a:bodyPr>
            <a:normAutofit lnSpcReduction="10000"/>
          </a:bodyPr>
          <a:lstStyle/>
          <a:p>
            <a:pPr algn="ctr"/>
            <a:r>
              <a:rPr lang="en-US"/>
              <a:t>By: Luis Gama, Anh Pham, </a:t>
            </a:r>
            <a:r>
              <a:rPr lang="en-US" err="1"/>
              <a:t>Giecel</a:t>
            </a:r>
            <a:r>
              <a:rPr lang="en-US"/>
              <a:t> Tumbaga</a:t>
            </a:r>
          </a:p>
          <a:p>
            <a:pPr algn="ctr"/>
            <a:r>
              <a:rPr lang="en-US"/>
              <a:t>DEV 272</a:t>
            </a:r>
          </a:p>
          <a:p>
            <a:pPr algn="ctr"/>
            <a:r>
              <a:rPr lang="en-US"/>
              <a:t>Spring Quarter 2025</a:t>
            </a:r>
          </a:p>
        </p:txBody>
      </p:sp>
    </p:spTree>
    <p:extLst>
      <p:ext uri="{BB962C8B-B14F-4D97-AF65-F5344CB8AC3E}">
        <p14:creationId xmlns:p14="http://schemas.microsoft.com/office/powerpoint/2010/main" val="595829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45B9A-A7B8-D9A0-F393-AE99C834E463}"/>
              </a:ext>
            </a:extLst>
          </p:cNvPr>
          <p:cNvSpPr>
            <a:spLocks noGrp="1"/>
          </p:cNvSpPr>
          <p:nvPr>
            <p:ph type="title"/>
          </p:nvPr>
        </p:nvSpPr>
        <p:spPr/>
        <p:txBody>
          <a:bodyPr/>
          <a:lstStyle/>
          <a:p>
            <a:r>
              <a:rPr lang="en-US"/>
              <a:t>PROJECT GOALS &amp; INTENDED AUDIENCE</a:t>
            </a:r>
          </a:p>
        </p:txBody>
      </p:sp>
      <p:sp>
        <p:nvSpPr>
          <p:cNvPr id="3" name="Content Placeholder 2">
            <a:extLst>
              <a:ext uri="{FF2B5EF4-FFF2-40B4-BE49-F238E27FC236}">
                <a16:creationId xmlns:a16="http://schemas.microsoft.com/office/drawing/2014/main" id="{A114C76E-9233-9E13-175E-51EE75147ABF}"/>
              </a:ext>
            </a:extLst>
          </p:cNvPr>
          <p:cNvSpPr>
            <a:spLocks noGrp="1"/>
          </p:cNvSpPr>
          <p:nvPr>
            <p:ph idx="1"/>
          </p:nvPr>
        </p:nvSpPr>
        <p:spPr/>
        <p:txBody>
          <a:bodyPr>
            <a:normAutofit/>
          </a:bodyPr>
          <a:lstStyle/>
          <a:p>
            <a:r>
              <a:rPr lang="en-US" sz="2800" dirty="0"/>
              <a:t>Audience:</a:t>
            </a:r>
          </a:p>
          <a:p>
            <a:pPr lvl="1"/>
            <a:r>
              <a:rPr lang="en-US" sz="2600" dirty="0"/>
              <a:t>People who love plants. </a:t>
            </a:r>
          </a:p>
          <a:p>
            <a:pPr lvl="1"/>
            <a:r>
              <a:rPr lang="en-US" sz="2600" dirty="0"/>
              <a:t>Learn how to care for their plants</a:t>
            </a:r>
          </a:p>
          <a:p>
            <a:pPr lvl="1"/>
            <a:endParaRPr lang="en-US" sz="2600" dirty="0"/>
          </a:p>
          <a:p>
            <a:r>
              <a:rPr lang="en-US" sz="2800" dirty="0"/>
              <a:t>Project Goal: </a:t>
            </a:r>
          </a:p>
          <a:p>
            <a:pPr lvl="1"/>
            <a:r>
              <a:rPr lang="en-US" sz="2600" dirty="0"/>
              <a:t>Giving helpful info for each plants.</a:t>
            </a:r>
          </a:p>
        </p:txBody>
      </p:sp>
    </p:spTree>
    <p:extLst>
      <p:ext uri="{BB962C8B-B14F-4D97-AF65-F5344CB8AC3E}">
        <p14:creationId xmlns:p14="http://schemas.microsoft.com/office/powerpoint/2010/main" val="3064004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119D4-4476-7C84-2761-980C3AC700EB}"/>
              </a:ext>
            </a:extLst>
          </p:cNvPr>
          <p:cNvSpPr>
            <a:spLocks noGrp="1"/>
          </p:cNvSpPr>
          <p:nvPr>
            <p:ph type="title"/>
          </p:nvPr>
        </p:nvSpPr>
        <p:spPr/>
        <p:txBody>
          <a:bodyPr/>
          <a:lstStyle/>
          <a:p>
            <a:r>
              <a:rPr lang="en-US"/>
              <a:t>TEAM CONTRIBUTIONS</a:t>
            </a:r>
          </a:p>
        </p:txBody>
      </p:sp>
      <p:sp>
        <p:nvSpPr>
          <p:cNvPr id="3" name="Content Placeholder 2">
            <a:extLst>
              <a:ext uri="{FF2B5EF4-FFF2-40B4-BE49-F238E27FC236}">
                <a16:creationId xmlns:a16="http://schemas.microsoft.com/office/drawing/2014/main" id="{736DB99E-7D0B-B199-F072-5DBA7D6E1C41}"/>
              </a:ext>
            </a:extLst>
          </p:cNvPr>
          <p:cNvSpPr>
            <a:spLocks noGrp="1"/>
          </p:cNvSpPr>
          <p:nvPr>
            <p:ph idx="1"/>
          </p:nvPr>
        </p:nvSpPr>
        <p:spPr/>
        <p:txBody>
          <a:bodyPr vert="horz" lIns="91440" tIns="45720" rIns="91440" bIns="45720" rtlCol="0" anchor="t">
            <a:normAutofit/>
          </a:bodyPr>
          <a:lstStyle/>
          <a:p>
            <a:r>
              <a:rPr lang="en-US" sz="2600" dirty="0"/>
              <a:t>Luis: Front End Development</a:t>
            </a:r>
          </a:p>
          <a:p>
            <a:pPr lvl="1"/>
            <a:endParaRPr lang="en-US" sz="2600" dirty="0"/>
          </a:p>
          <a:p>
            <a:r>
              <a:rPr lang="en-US" sz="2600" dirty="0" err="1"/>
              <a:t>Giecel</a:t>
            </a:r>
            <a:r>
              <a:rPr lang="en-US" sz="2600" dirty="0"/>
              <a:t>: UX design </a:t>
            </a:r>
          </a:p>
          <a:p>
            <a:pPr lvl="1"/>
            <a:endParaRPr lang="en-US" sz="2600" dirty="0"/>
          </a:p>
          <a:p>
            <a:r>
              <a:rPr lang="en-US" sz="2600" dirty="0"/>
              <a:t>Anh: Back End Development</a:t>
            </a:r>
          </a:p>
          <a:p>
            <a:pPr lvl="1"/>
            <a:endParaRPr lang="en-US" dirty="0"/>
          </a:p>
        </p:txBody>
      </p:sp>
    </p:spTree>
    <p:extLst>
      <p:ext uri="{BB962C8B-B14F-4D97-AF65-F5344CB8AC3E}">
        <p14:creationId xmlns:p14="http://schemas.microsoft.com/office/powerpoint/2010/main" val="2082965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D1E6C-2EA0-CAC4-FCBB-53C8A4DFED68}"/>
              </a:ext>
            </a:extLst>
          </p:cNvPr>
          <p:cNvSpPr>
            <a:spLocks noGrp="1"/>
          </p:cNvSpPr>
          <p:nvPr>
            <p:ph type="title"/>
          </p:nvPr>
        </p:nvSpPr>
        <p:spPr/>
        <p:txBody>
          <a:bodyPr/>
          <a:lstStyle/>
          <a:p>
            <a:r>
              <a:rPr lang="en-US"/>
              <a:t>DESIGN CHOICES AND VISUAL DECISIONS</a:t>
            </a:r>
          </a:p>
        </p:txBody>
      </p:sp>
      <p:sp>
        <p:nvSpPr>
          <p:cNvPr id="3" name="Content Placeholder 2">
            <a:extLst>
              <a:ext uri="{FF2B5EF4-FFF2-40B4-BE49-F238E27FC236}">
                <a16:creationId xmlns:a16="http://schemas.microsoft.com/office/drawing/2014/main" id="{F1B59D72-58F2-0B0D-E22C-89A73AAFF387}"/>
              </a:ext>
            </a:extLst>
          </p:cNvPr>
          <p:cNvSpPr>
            <a:spLocks noGrp="1"/>
          </p:cNvSpPr>
          <p:nvPr>
            <p:ph idx="1"/>
          </p:nvPr>
        </p:nvSpPr>
        <p:spPr/>
        <p:txBody>
          <a:bodyPr vert="horz" lIns="91440" tIns="45720" rIns="91440" bIns="45720" rtlCol="0" anchor="t">
            <a:normAutofit/>
          </a:bodyPr>
          <a:lstStyle/>
          <a:p>
            <a:r>
              <a:rPr lang="en-US" sz="2400" dirty="0"/>
              <a:t>The app is for plant care, so we wanted themes of earthy but cute</a:t>
            </a:r>
          </a:p>
          <a:p>
            <a:r>
              <a:rPr lang="en-US" sz="2400" dirty="0"/>
              <a:t>Colors: </a:t>
            </a:r>
            <a:r>
              <a:rPr lang="en-US" sz="2400" dirty="0" err="1"/>
              <a:t>mintish</a:t>
            </a:r>
            <a:r>
              <a:rPr lang="en-US" sz="2400" dirty="0"/>
              <a:t> green, brown, some blue</a:t>
            </a:r>
          </a:p>
          <a:p>
            <a:r>
              <a:rPr lang="en-US" sz="2400" dirty="0"/>
              <a:t>Users will be directed to the home page where they can view the weather for the day which can determine how much the sun can receive, featured plants that the user can add to their plant list, and a random plant fact.</a:t>
            </a:r>
          </a:p>
          <a:p>
            <a:endParaRPr lang="en-US" dirty="0"/>
          </a:p>
        </p:txBody>
      </p:sp>
    </p:spTree>
    <p:extLst>
      <p:ext uri="{BB962C8B-B14F-4D97-AF65-F5344CB8AC3E}">
        <p14:creationId xmlns:p14="http://schemas.microsoft.com/office/powerpoint/2010/main" val="1913050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A9BFE-005A-AB2D-B8DF-045DEE880252}"/>
              </a:ext>
            </a:extLst>
          </p:cNvPr>
          <p:cNvSpPr>
            <a:spLocks noGrp="1"/>
          </p:cNvSpPr>
          <p:nvPr>
            <p:ph type="title"/>
          </p:nvPr>
        </p:nvSpPr>
        <p:spPr/>
        <p:txBody>
          <a:bodyPr/>
          <a:lstStyle/>
          <a:p>
            <a:r>
              <a:rPr lang="en-US"/>
              <a:t>TECHNICAL IMPLEMENTATION</a:t>
            </a:r>
          </a:p>
        </p:txBody>
      </p:sp>
      <p:sp>
        <p:nvSpPr>
          <p:cNvPr id="3" name="Content Placeholder 2">
            <a:extLst>
              <a:ext uri="{FF2B5EF4-FFF2-40B4-BE49-F238E27FC236}">
                <a16:creationId xmlns:a16="http://schemas.microsoft.com/office/drawing/2014/main" id="{8B9B7DDD-6720-6609-C86C-0AAF2C3FCE55}"/>
              </a:ext>
            </a:extLst>
          </p:cNvPr>
          <p:cNvSpPr>
            <a:spLocks noGrp="1"/>
          </p:cNvSpPr>
          <p:nvPr>
            <p:ph idx="1"/>
          </p:nvPr>
        </p:nvSpPr>
        <p:spPr/>
        <p:txBody>
          <a:bodyPr/>
          <a:lstStyle/>
          <a:p>
            <a:r>
              <a:rPr lang="en-US" sz="2400" dirty="0" err="1"/>
              <a:t>Supabase</a:t>
            </a:r>
            <a:r>
              <a:rPr lang="en-US" sz="2400" dirty="0"/>
              <a:t> (authentication &amp; database)</a:t>
            </a:r>
          </a:p>
          <a:p>
            <a:r>
              <a:rPr lang="en-US" sz="2400" dirty="0"/>
              <a:t>API: open weather</a:t>
            </a:r>
          </a:p>
          <a:p>
            <a:endParaRPr lang="en-US" dirty="0"/>
          </a:p>
        </p:txBody>
      </p:sp>
    </p:spTree>
    <p:extLst>
      <p:ext uri="{BB962C8B-B14F-4D97-AF65-F5344CB8AC3E}">
        <p14:creationId xmlns:p14="http://schemas.microsoft.com/office/powerpoint/2010/main" val="744429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896D8-0AC9-A3AC-AEA9-EA76B8A3AA6A}"/>
              </a:ext>
            </a:extLst>
          </p:cNvPr>
          <p:cNvSpPr>
            <a:spLocks noGrp="1"/>
          </p:cNvSpPr>
          <p:nvPr>
            <p:ph type="title"/>
          </p:nvPr>
        </p:nvSpPr>
        <p:spPr/>
        <p:txBody>
          <a:bodyPr/>
          <a:lstStyle/>
          <a:p>
            <a:r>
              <a:rPr lang="en-US"/>
              <a:t>MAJOR CHALLENGES</a:t>
            </a:r>
          </a:p>
        </p:txBody>
      </p:sp>
      <p:sp>
        <p:nvSpPr>
          <p:cNvPr id="3" name="Content Placeholder 2">
            <a:extLst>
              <a:ext uri="{FF2B5EF4-FFF2-40B4-BE49-F238E27FC236}">
                <a16:creationId xmlns:a16="http://schemas.microsoft.com/office/drawing/2014/main" id="{1F8F8B9F-095D-D648-02D1-70BA157C3192}"/>
              </a:ext>
            </a:extLst>
          </p:cNvPr>
          <p:cNvSpPr>
            <a:spLocks noGrp="1"/>
          </p:cNvSpPr>
          <p:nvPr>
            <p:ph idx="1"/>
          </p:nvPr>
        </p:nvSpPr>
        <p:spPr>
          <a:xfrm>
            <a:off x="2589212" y="1500995"/>
            <a:ext cx="8915400" cy="5124091"/>
          </a:xfrm>
        </p:spPr>
        <p:txBody>
          <a:bodyPr vert="horz" lIns="91440" tIns="45720" rIns="91440" bIns="45720" rtlCol="0" anchor="t">
            <a:noAutofit/>
          </a:bodyPr>
          <a:lstStyle/>
          <a:p>
            <a:r>
              <a:rPr lang="en-US" dirty="0" err="1"/>
              <a:t>ProfessionaliTeam</a:t>
            </a:r>
            <a:r>
              <a:rPr lang="en-US" dirty="0"/>
              <a:t> conflict</a:t>
            </a:r>
          </a:p>
          <a:p>
            <a:pPr lvl="1">
              <a:buFont typeface="Courier New" charset="2"/>
              <a:buChar char="o"/>
            </a:pPr>
            <a:r>
              <a:rPr lang="en-US" sz="1800" dirty="0"/>
              <a:t>There was conflict within the team </a:t>
            </a:r>
          </a:p>
          <a:p>
            <a:pPr lvl="1">
              <a:buFont typeface="Courier New" charset="2"/>
              <a:buChar char="o"/>
            </a:pPr>
            <a:r>
              <a:rPr lang="en-US" sz="1800" dirty="0"/>
              <a:t>Tried to move past the conflict</a:t>
            </a:r>
          </a:p>
          <a:p>
            <a:pPr lvl="1">
              <a:buFont typeface="Courier New" charset="2"/>
              <a:buChar char="o"/>
            </a:pPr>
            <a:r>
              <a:rPr lang="en-US" sz="1800" dirty="0"/>
              <a:t>Overcame this by going separate ways and working on different teams</a:t>
            </a:r>
          </a:p>
          <a:p>
            <a:r>
              <a:rPr lang="en-US" dirty="0" err="1"/>
              <a:t>sm</a:t>
            </a:r>
            <a:r>
              <a:rPr lang="en-US" dirty="0"/>
              <a:t> </a:t>
            </a:r>
          </a:p>
          <a:p>
            <a:pPr lvl="1">
              <a:buFont typeface="Courier New" charset="2"/>
              <a:buChar char="o"/>
            </a:pPr>
            <a:r>
              <a:rPr lang="en-US" sz="1800" dirty="0"/>
              <a:t>Within the conflict the way things were approached was not professional </a:t>
            </a:r>
          </a:p>
          <a:p>
            <a:pPr lvl="1">
              <a:buFont typeface="Courier New" charset="2"/>
              <a:buChar char="o"/>
            </a:pPr>
            <a:r>
              <a:rPr lang="en-US" sz="1800" dirty="0"/>
              <a:t>Overcame it by learning from mistakes and taking advice from teacher</a:t>
            </a:r>
          </a:p>
          <a:p>
            <a:pPr lvl="1">
              <a:buFont typeface="Courier New" charset="2"/>
              <a:buChar char="o"/>
            </a:pPr>
            <a:r>
              <a:rPr lang="en-US" sz="1800" dirty="0"/>
              <a:t>Will go forward thinking about what is the best and professional way to approach conflict and to seek help from mentors if needed. </a:t>
            </a:r>
          </a:p>
          <a:p>
            <a:r>
              <a:rPr lang="en-US" dirty="0"/>
              <a:t>Timeline </a:t>
            </a:r>
          </a:p>
          <a:p>
            <a:pPr lvl="1">
              <a:buFont typeface="Courier New" charset="2"/>
              <a:buChar char="o"/>
            </a:pPr>
            <a:r>
              <a:rPr lang="en-US" sz="1800" dirty="0"/>
              <a:t>All of us had a busy schedule from having jobs and other classes </a:t>
            </a:r>
          </a:p>
          <a:p>
            <a:pPr lvl="1">
              <a:buFont typeface="Courier New" charset="2"/>
              <a:buChar char="o"/>
            </a:pPr>
            <a:r>
              <a:rPr lang="en-US" sz="1800" dirty="0"/>
              <a:t>Tried our best to meet at certain times even if it was late at night. Met a couple hours before class time to work on things together </a:t>
            </a:r>
          </a:p>
        </p:txBody>
      </p:sp>
    </p:spTree>
    <p:extLst>
      <p:ext uri="{BB962C8B-B14F-4D97-AF65-F5344CB8AC3E}">
        <p14:creationId xmlns:p14="http://schemas.microsoft.com/office/powerpoint/2010/main" val="4060784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18777-E0C5-D4B8-A7B6-A4BE93A8A0DB}"/>
              </a:ext>
            </a:extLst>
          </p:cNvPr>
          <p:cNvSpPr>
            <a:spLocks noGrp="1"/>
          </p:cNvSpPr>
          <p:nvPr>
            <p:ph type="title"/>
          </p:nvPr>
        </p:nvSpPr>
        <p:spPr/>
        <p:txBody>
          <a:bodyPr/>
          <a:lstStyle/>
          <a:p>
            <a:r>
              <a:rPr lang="en-US"/>
              <a:t>WHAT CAN BE IMPROVED</a:t>
            </a:r>
          </a:p>
        </p:txBody>
      </p:sp>
      <p:sp>
        <p:nvSpPr>
          <p:cNvPr id="3" name="Content Placeholder 2">
            <a:extLst>
              <a:ext uri="{FF2B5EF4-FFF2-40B4-BE49-F238E27FC236}">
                <a16:creationId xmlns:a16="http://schemas.microsoft.com/office/drawing/2014/main" id="{0F0C5B66-C54F-9326-3D03-264D8165A21F}"/>
              </a:ext>
            </a:extLst>
          </p:cNvPr>
          <p:cNvSpPr>
            <a:spLocks noGrp="1"/>
          </p:cNvSpPr>
          <p:nvPr>
            <p:ph idx="1"/>
          </p:nvPr>
        </p:nvSpPr>
        <p:spPr/>
        <p:txBody>
          <a:bodyPr/>
          <a:lstStyle/>
          <a:p>
            <a:r>
              <a:rPr lang="en-US" sz="2400" dirty="0"/>
              <a:t>Have a clear outline or plan of the project. </a:t>
            </a:r>
          </a:p>
          <a:p>
            <a:r>
              <a:rPr lang="en-US" sz="2400" dirty="0"/>
              <a:t>Better time management </a:t>
            </a:r>
          </a:p>
          <a:p>
            <a:r>
              <a:rPr lang="en-US" sz="2400" dirty="0"/>
              <a:t>Better file structure </a:t>
            </a:r>
            <a:br>
              <a:rPr lang="en-US" sz="2400" dirty="0"/>
            </a:br>
            <a:r>
              <a:rPr lang="en-US" sz="2400" dirty="0"/>
              <a:t>Add realistic feature rather than excessive features. </a:t>
            </a:r>
          </a:p>
          <a:p>
            <a:r>
              <a:rPr lang="en-US" sz="2400" dirty="0"/>
              <a:t>Learn backend development such as </a:t>
            </a:r>
            <a:r>
              <a:rPr lang="en-US" sz="2400" dirty="0" err="1"/>
              <a:t>Supabase</a:t>
            </a:r>
            <a:r>
              <a:rPr lang="en-US" sz="2400" dirty="0"/>
              <a:t> Database.</a:t>
            </a:r>
          </a:p>
          <a:p>
            <a:pPr marL="0" indent="0">
              <a:buNone/>
            </a:pPr>
            <a:endParaRPr lang="en-US" sz="2400" dirty="0"/>
          </a:p>
        </p:txBody>
      </p:sp>
    </p:spTree>
    <p:extLst>
      <p:ext uri="{BB962C8B-B14F-4D97-AF65-F5344CB8AC3E}">
        <p14:creationId xmlns:p14="http://schemas.microsoft.com/office/powerpoint/2010/main" val="266566287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TotalTime>
  <Words>301</Words>
  <Application>Microsoft Macintosh PowerPoint</Application>
  <PresentationFormat>Widescreen</PresentationFormat>
  <Paragraphs>41</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Century Gothic</vt:lpstr>
      <vt:lpstr>Courier New</vt:lpstr>
      <vt:lpstr>Wingdings 3</vt:lpstr>
      <vt:lpstr>Wisp</vt:lpstr>
      <vt:lpstr>PLANTPALS APP</vt:lpstr>
      <vt:lpstr>PROJECT GOALS &amp; INTENDED AUDIENCE</vt:lpstr>
      <vt:lpstr>TEAM CONTRIBUTIONS</vt:lpstr>
      <vt:lpstr>DESIGN CHOICES AND VISUAL DECISIONS</vt:lpstr>
      <vt:lpstr>TECHNICAL IMPLEMENTATION</vt:lpstr>
      <vt:lpstr>MAJOR CHALLENGES</vt:lpstr>
      <vt:lpstr>WHAT CAN BE IMPROVED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Anh.T Pham</dc:creator>
  <cp:lastModifiedBy>Anh.T Pham</cp:lastModifiedBy>
  <cp:revision>1</cp:revision>
  <dcterms:created xsi:type="dcterms:W3CDTF">2025-06-25T18:42:02Z</dcterms:created>
  <dcterms:modified xsi:type="dcterms:W3CDTF">2025-06-25T23:46:17Z</dcterms:modified>
</cp:coreProperties>
</file>